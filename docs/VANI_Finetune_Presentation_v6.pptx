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"/>
            <a:ext cx="103601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Times New Roman"/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5CAE9"/>
                </a:solidFill>
                <a:latin typeface="Times New Roman"/>
              </a:rPr>
              <a:t>Voice Analysis &amp; Neural Intelligence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54F"/>
                </a:solidFill>
                <a:latin typeface="Times New Roman"/>
              </a:rPr>
              <a:t>Whisper ASR Fine-Tuning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Times New Roman"/>
              </a:rPr>
              <a:t>LoRA Domain Adaptation for 7 Border-Region Languages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3685032"/>
            <a:ext cx="50292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67328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6E7A"/>
                </a:solidFill>
                <a:latin typeface="Times New Roman"/>
              </a:rPr>
              <a:t>M.Tech Research Project  ·  IIT Indore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Hardware: NVIDIA RTX 5060 8 GB  ·  Windows 11  ·  CUDA  ·  faster-whisper CT2 int8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881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37E"/>
                </a:solidFill>
                <a:latin typeface="Times New Roman"/>
              </a:rPr>
              <a:t>7 Languages  ·  LoRA r=8/16  ·  CTranslate2 int8  ·  Fully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Introduction &amp;
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VANI is, and the operational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37E"/>
                </a:solidFill>
                <a:latin typeface="Times New Roman"/>
              </a:rPr>
              <a:t>VANI — an offline AI system that turns foreign-language radio intercepts into English intelligence summaries, on a single air-gapped workstation.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48640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4864" cy="416052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00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Operational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4871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High-volume radio traffic in many low-resource
border languages (Punjabi, Pashto, Urdu,
Nepali, Mandarin, Hindi, Kashmiri, Dogri).
All eight now have fine-tuned ASR - Dogri was
the last, added 2026-07-28 (102.25 -&gt; 46.73).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729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Must run FULLY OFFLINE / air-gapped —
no cloud, no internet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587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Generic ASR fails on these languages AND
on the noisy, band-limited radio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445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Manual transcription + translation does not
scale to an operational intercept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230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Analysts need actionable output (who / what /
where / threat), not just a raw transcript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65960"/>
            <a:ext cx="566928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965960"/>
            <a:ext cx="54864" cy="41605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965960"/>
            <a:ext cx="5669280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1168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487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One end-to-end offline pipeline:
speech → language ID → transcription →
English translation → threat detection →
structured intelligence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3284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Best-in-class ASR per language, auto-selected
by audio language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96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Rigorous, reproducible evaluation to choose the
right ASR backend — under realistic radio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109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A usable analyst GUI: map, dashboard, search,
live-mic capture, coded-terminology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was built and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72184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Working VANI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5087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Streamlit GUI processing radio intercepts end-to-end, fully offline on one RTX 5060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12264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7-language ASR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0370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auto-selected by MMS-LID; 4 languages on LoRA adapters, 3 zero-shot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07208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07208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620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 intelligence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9864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VAD → LID → ASR → NLLB translation → keyword/threat detection → ISUM (Gemma 3) → SQLite +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02152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502152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57016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Backend-selection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9359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Head-to-head WER + 5-condition robustness study; 5 scoring-methodology defects found and corrected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97096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197096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2885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Map + dashboard, transcript search, live-mic capture, coded-terminology alerts, speaker diarization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46903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3-node LAN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Optional distributed mode: denoise+diarize (A) + LID/dialect (B) + VANI orchestrator (C)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86983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586983"/>
            <a:ext cx="73152" cy="65836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64184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78423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This fine-tuning report (PDF), presentation deck, correction memo, reproducible eval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The offline model stack,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46E7A"/>
                </a:solidFill>
                <a:latin typeface="Times New Roman"/>
              </a:rPr>
              <a:t>Single offline workstation · all models local (HF_HUB_OFFLINE) · GPU-resident with CPU parking on an 8 GB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88920" cy="384048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Radio intercept WAV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Live microphone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16 kHz mono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1783080"/>
            <a:ext cx="2788920" cy="38404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PERCEPTION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Silero VAD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MMS-LID-256 (language 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SeamlessM4T v2 ASR</a:t>
            </a:r>
          </a:p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(4 LoRA + 3 zero-shot)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1783080"/>
            <a:ext cx="2788920" cy="38404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UNDERSTANDING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5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NLLB-200 translation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5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Keyword / threat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5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Gemma 3 ISUM (Ollama)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5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36024" y="1783080"/>
            <a:ext cx="2788920" cy="38404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6024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1744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Intelligence summary (5W)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36024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81744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Map · dashboard · 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SQLite transcript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06440"/>
            <a:ext cx="11430000" cy="685800"/>
          </a:xfrm>
          <a:prstGeom prst="rect">
            <a:avLst/>
          </a:prstGeom>
          <a:solidFill>
            <a:srgbClr val="E0F2F1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870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7E"/>
                </a:solidFill>
                <a:latin typeface="Times New Roman"/>
              </a:rPr>
              <a:t>Backend selection (Stage 3.5): MMS-LID routes each language to its best ASR backend. All 7 languages now run on SeamlessM4T v2 — Hindi/Nepali/Pashto/Kashmiri with per-language LoRA adapters, Punjabi/Urdu/Mandarin zero-shot. Fine-tuned Whisper models are retained on disk for rollback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How one intercept flows through ten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VANI 10-Stage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371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371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Silero — detect speech, discard silence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9072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19072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17922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7922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79222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Bandpass 300–3400 Hz + noise reduction + normalise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39696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39696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2128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12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1284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Facebook MMS 256-language ID — route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6334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6334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per-language backend (LoRA / zero-shot)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80944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80944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30540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05409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Arabic-script override: &gt;20% Nastaliq → Urdu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401568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4747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47472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NLLB-200 distilled 600M → English transcription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822191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822191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895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953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8953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Speaker separation — up to 4 speakers identified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42816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42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315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31596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Multilingual keyword + threat-entity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63440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63440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7365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365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7365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Gemma 3:12B (Ollama) → 4-sentence Intel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84064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84064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" y="5157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57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Export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1572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SQLite + JSON output + Streamlit web UI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Analyst-facing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Multilingual ASR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7 border languages auto-routed by LID; turbo fallback for others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Audio Language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MMS-LID 256-language model + Arabic-script cascade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English Translation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NLLB-200-distilled; IndicTrans2 for Dogri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Threat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Keyword + entity spotting with a coded-terminology lexicon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Intelligence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5W structured ISUM via Gemma 3 (Ollama), offline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2900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Speaker Diarization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Who-spoke-when; per-speaker tracks in 3-node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73152" cy="91440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Fully 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Air-gapped runtime; no internet after model download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43484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GPU-Accelerated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int8 CT2 + CPU parking to fit an 8 GB card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44068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Searchable Database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SQLite transcript + summary store with full-text search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544068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Map, dashboard, live-mic capture, network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Backend selection, robustness, and the headline WER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SeamlessM4T surpasses fine-tuned Whisper on 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1298448"/>
            <a:ext cx="9601200" cy="4992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3827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Deployed backend vs the fine-tuned Whisper model, per language (n=100 FLEURS held-out, same scorer). Every language improves; the arrow points to the deployed SeamlessM4T backend. Kashmiri is shown separately (different corpus + scoring ruler).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Cross-Model Benchmark — FT Whisper · NLLB · SeamlessM4T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n=100 FLEURS test / IndicVoices-R  ·  re-run 11 Jul 2026, corrected scoring  ·  ASR: WER ↓ better  ·  Translation: chrF ↑ better  ·  Baseline = true large-v3 (not turbo)  ·  SM4T = SeamlessM4T-large-v2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72768"/>
            <a:ext cx="11676888" cy="475488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Baseline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FT Whisper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Deployed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NLLB-200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Best Transl.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066543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Punjabi (pa)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Gurmukhi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77.60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57.39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19.77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54.53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47802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Pashto (ps)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89.76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38.55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SM4T+LoRA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88950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Urdu (ur)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21.23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16.90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30098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Nepali (ne)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88.85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50.92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28.46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45.55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71246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Mandarin (zh)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Han Simpl.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10.99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03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14.22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11.69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79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42.00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49.15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Hindi (hi)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26.34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15.44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53.71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453542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Kashmiri (ks)‡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7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    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03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65.19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SM4T+tok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7824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N/A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50017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Zero-shot SeamlessM4T wins ASR for pa / ne / hi / ur / zh. Pashto and Kashmiri were fine-tuned Whisper's last strongholds; both fell in 2026-07 to SeamlessM4T LoRA adapters (ps: noise-augmented training; ks: a trainable __kas__ embedding row, rank 128 and a 20-character vocabulary repair, plus a scoring-ruler correction — see notes). VANI now routes all 7 languages to SeamlessM4T; FT Whisper models are retained on disk for rollback only.   ‡ Kashmiri is absent from FLEURS: its two figures are the 372-clip IndicVoices-R test split at L2, not this table's FLEURS n=100 ruler, and are held-out rather than training-split. The two rulers are not comparable across a 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the advantage holds — and widens — under radio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115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50585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SeamlessM4T's WER advantage over fine-tuned Whisper (percentage points), across five channel conditions on 30 clips/language. Positive everywhere; Hindi (+5→+19.5) and Mandarin (+3.6→+17.2) widen most at 0 dB SNR. Conservative zero-shot comparison — the deployed hi/ne LoRA adapters improve on this further.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ROBUSTNESS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Radio-Channel Robustness — LangID Accuracy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5 degradation conditions × 7 languages × 4 pipeline configs  |  30 samples/lang  |  1-Jul-2026  |  cells = MMS language-ID accuracy (%), higher is better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11658600" cy="42062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Channel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Pipeline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ZH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Overall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5681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984248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198424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58568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28600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560320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256032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58775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Bandpass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258775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62072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4519" y="288950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319125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10dB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319125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46557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74519" y="349300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62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325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67%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67328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767328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3794760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0dB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379476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033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492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406908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74519" y="409651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  <a:latin typeface="Times New Roman"/>
              </a:rPr>
              <a:t>Full VANI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67%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262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27%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492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17%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97%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408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53%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325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46%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4370832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370832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" y="439826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MP3 16kbps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74519" y="439826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033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47%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492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23%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08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638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325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44%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74320" y="467258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74519" y="470001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8036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7033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62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08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38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20%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325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59%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46E7A"/>
                </a:solidFill>
                <a:latin typeface="Times New Roman"/>
              </a:rPr>
              <a:t>ZH: most robust (97–100% all conditions)  ·  PS: MMS-LID essential, Whisper-only = 0%  ·  Full VANI avg +14 pp over Whisper-only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Kashmiri — the WER gap was the scoring ruler, not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3030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69294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Raw word-error rate once made Whisper look ahead of the first adapter, but Perso-Arabic references are densely diacritised and BOTH systems drop the marks — the gap was the ruler. Corrected, every successive adapter widens the win: the deployed r=128 ks_cloud3 (rented cloud GPU, plus a repaired vocabulary) leads on all three measures and won the 5-condition degradation sweep 5/5.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From Whisper fine-tuning to SeamlessM4T — how the backend was chosen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Seven Whisper LoRA models were fine-tuned first; a corrected evaluation then showed SeamlessM4T wins, and a targeted adapter campaign brought all seven languages onto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73152" cy="6217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019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1 · Fine-tune Whisper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883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7 languages, LoRA r=8/16 on FLEURS + IndicVoices-R. Kashmiri needed a custom &lt;|ks|&gt; vocab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32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328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2 · Correct the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569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Found the baseline was mislabelled turbo, and Mandarin WER was a whitespace artefact. Re-scored with one CJK-aware normaliser.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186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186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735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3 · Head-to-head + robustness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2552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Zero-shot SeamlessM4T beat fine-tuned Whisper on 5/6 languages and held under bandpass/noise/codec.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04487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904487"/>
            <a:ext cx="73152" cy="62179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593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Times New Roman"/>
              </a:rPr>
              <a:t>4 · Adapter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941063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hi/ne gained from IndicVoices data; Pashto fell to noise-augmented training; Kashmiri to a trainable __kas__ token + a ruler correction.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902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5902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451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5 · Cloud capacity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6268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Rented A6000s (~$11) retrained ps+ks at r=128 — beyond the 8 GB laptop: Pashto 36.91→36.16, Kashmiri 61.88→50.26 (3.84 pp from simply letting the run converge, then 2.34 pp from repairing the vocabulary). Both passed their gates and deployed.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276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6 · Exhausting the levers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312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Two honest negatives closed the campaign: a warm start improved validation loss but LOST 0.43 pp WER (5th loss/WER divergence), and beam search gains ~3 pp on clean speech while losing ~3 pp at 0 dB SNR. Production decoding unchanged.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61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961888"/>
            <a:ext cx="73152" cy="6217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0167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7 ·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5998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All 7 languages route to SeamlessM4T. Kashmiri 65.19 → 50.26 on one held-out L2 ruler. What remains is a data/acoustic limit, not an optimisation one. Five scoring defects caught in total.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Training hours &amp; dataset sizes — the closing adapter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Measured, not estimated: THREE surviving Whisper runs alone came to 103 laptop GPU-hours, and 62% of that was periodic evaluation, not training. The 19 local adapter runs spent 4.7 h evaluating between them. The two production adapters that closed the campaign cost ~$6 of rented cloud compute,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965960"/>
            <a:ext cx="11676888" cy="45720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Training data (clips /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LoRA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Wall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441448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441448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97,456 / 240 h — humair025 + IV-R + OpenSLR-122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~19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61.88%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862072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862072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ps_aug2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9535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32,656 / ~55 h — CV 30k + FLEURS ps_af x8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~5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37.46%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Negative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282696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28269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33741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same 3 sources, rebuilt (grown)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 h 35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56.44%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" y="3703320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6032" y="3703320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37947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as ks_cloud, 2 epochs (patience 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52.60%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123944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8920" y="421538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144,942 / 336 h — as ks_cloud2 + 20 vocab chars repaired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609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~8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4544568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6032" y="4544568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6304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6360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ks_cloud3, warm start, token rows at 5x LR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 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50.69%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Rejected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" y="4965192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032" y="4965192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ps_cloud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50566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18,656 / ~30 h — CV 10k + FLEURS ps_af x8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 h 32 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36.16%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185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5385816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56032" y="538581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304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88920" y="547725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IndicVoices-R Dogri — 97 shards, 43.8 GB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3796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1540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~6 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1268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50.07%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185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cut short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6032" y="5806440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56032" y="5806440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43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6304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8920" y="58978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doi_iv, fresh LR schedule, 9,000 steps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3796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609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1540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1268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46.73%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BEST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63642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Kashmiri result = diacritic-normalised WER, 372-clip IndicVoices-R test  ·  Pashto result = clean FLEURS ps_af, n=100.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" y="662025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Cloud runs: rented RTX A6000s at $0.53/hr — ks_cloud ≈ $4, ks_cloud2 ≈ $5, ks_cloud3 ≈ $4, ps_cloud ≈ $2. Corpus rebuilt from source on the box;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65760" y="6876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humair025 had grown upstream → 144,749 clips / 335.4 h (131,868 unique sentences), 2–20 s filter, eval-leak blocklist applied.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7132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The decisive lever was CAPACITY (r=128 = 6.6% trainable vs r=32 = 1.75%) — more data at unchanged capacity regressed (ps_aug2).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Key Findings &amp; Technical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3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LoRA Effective at 0.25% Params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4591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WER drops 1.4–51 pp where fine-tuning helps (zh regressed). r=8/r=16 sufficient. Full fine-tune (40+ GB VRAM) unnecessary.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57984"/>
            <a:ext cx="502920" cy="74980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2257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157984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20370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Times New Roman"/>
              </a:rPr>
              <a:t>FLEURS + IndicVoices-R Transfer to Radio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0545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Clean read-speech training improves military-domain accuracy. PA v2: +9,407 IV-R samples → −4.1 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1821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17520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63239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MMS-LID Critical for Pashto &amp; Robustness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499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Whisper-only scores 0% on Pashto LangID. MMS-LID lifts it to 53–87% across 5 degradation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77056"/>
            <a:ext cx="502920" cy="749808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877056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2277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Times New Roman"/>
              </a:rPr>
              <a:t>fp16 Gradient Explosion Risk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22452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Mandarin diverged at step ~820 (grad_norm=12.9, loss 0.15→0.77). Fix: max_grad_norm=0.5 for all subsequent.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36592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901183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736592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823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CT2 Tokenizer Bug — All large-v3 Models Translated Not Transcribed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840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ct2-transformers-converter omits tokenizer.json. large-v3: translate=50359; tiny: transcribe=50359. One-token shift. Now automated.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96127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7607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596127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641847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Script Cascade Prevents Nastaliq Misidentification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94359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&gt;20% Nastaliq chars in transcript → Urdu override. Critical for noisy radio audio.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55663"/>
            <a:ext cx="502920" cy="74980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20255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6455663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650138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1B9A"/>
                </a:solidFill>
                <a:latin typeface="Times New Roman"/>
              </a:rPr>
              <a:t>Full VANI +14 pp over Whisper-Only (Robustness Eval)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803135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 conditions × 7 langs × 4 configs. ZH: 97–100%. PS: MMS-LID essential. Mandarin most robust.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Where VANI goes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Next Steps to Improve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Prioritised levers to push WER lower — ordered by expected impact for the high-WER languages (PA, NE, KS).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" cy="254203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3749039" cy="36576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1  ·  Scale 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Biggest lever for PA / NE / KS (highest WER)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Add IndicVoices-R full split + Shrutilipi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KS starved at 20k → target 50k+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Common Voice + FLEURS-R for extra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54864" cy="25420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63040"/>
            <a:ext cx="3749039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2  ·  Increase Model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PA v3 r=16 already beats r=8 by 2–3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Try r=32 / α=64 for PA, NE, 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Expand targets: add k_proj, o_proj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Optionally add fc1/fc2 (MLP) adapters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54864" cy="254203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49039" cy="36576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3  ·  Longer / Smarter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NE loss still falling at step 3000 →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Cosine LR schedule + warm restarts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Higher LR (7e-5) with max_grad_norm=0.5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More frequent eval near convergence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54864" cy="254203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60520"/>
            <a:ext cx="3749039" cy="36576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4  ·  Radio-Domain Augmentation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SpecAugment (time/freq masking)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RIR reverb + additive noise 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MP3 / codec + bandpass 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Pseudo-label real radio intercepts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0520" y="4160520"/>
            <a:ext cx="54864" cy="254203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160520"/>
            <a:ext cx="3749039" cy="36576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5  ·  Decoding-Time Gains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Tune beam width + temperature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KenLM shallow fusion for low-resource langs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Repetition / no-speech threshold tuning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Script-cascade confidence calibration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6  ·  Recover Mandarin Headroom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Val WER hit 8.97% before divergence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Resume past ckpt-400 at lower LR (2e-5)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Stronger clipping to avoid fp16 overflow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4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Target ZH test WER &lt; 12%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28816"/>
            <a:ext cx="11658600" cy="274320"/>
          </a:xfrm>
          <a:prstGeom prst="rect">
            <a:avLst/>
          </a:prstGeom>
          <a:solidFill>
            <a:srgbClr val="E0F2F1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562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1A237E"/>
                </a:solidFill>
                <a:latin typeface="Times New Roman"/>
              </a:rPr>
              <a:t>Delivered: PA v3 (r=16, 21,923 samples) completed 4000 steps → 49.31% deployed, −3.24 pp below v2. Next levers below.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Times New Roman"/>
              </a:rPr>
              <a:t>Deployment &amp; 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54864" cy="14173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50392"/>
            <a:ext cx="2816352" cy="502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7 Models Fine-Tuned
pa · ps · ur · ne · zh · hi · 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All CT2 int8,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850392"/>
            <a:ext cx="54864" cy="141732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50392"/>
            <a:ext cx="2816352" cy="502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Backend Selected
per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SeamlessM4T ×7  ·  FT Whisper ×0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850392"/>
            <a:ext cx="54864" cy="141732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850392"/>
            <a:ext cx="2816352" cy="502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All 7 Languages Now
Run on SeamlessM4T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 models kept only for 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850392"/>
            <a:ext cx="54864" cy="141732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850392"/>
            <a:ext cx="2816352" cy="5029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  <a:latin typeface="Times New Roman"/>
              </a:rPr>
              <a:t>0.25–0.51% Params
LoRA r=8 / r=16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No full fine-tune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Production ASR Backend per Language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834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346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Punjabi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34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19.77%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4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172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ps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17296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Pashto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1729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36.16%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56432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456432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511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51129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Urdu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112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16.90%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94760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49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ne LoRA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384962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Nepali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8496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24.34%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33088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4133088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1879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418795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Mandarin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11.69%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471416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447141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262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hi LoRA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5262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Hindi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526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12.91%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809744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480974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8646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ks LoRA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8646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Kashmiri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4864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50.26%*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46E7A"/>
                </a:solidFill>
                <a:latin typeface="Times New Roman"/>
              </a:rPr>
              <a:t>* ks: diacritic-normalised WER (raw is inflated by dense Perso-Arabic marks for BOTH systems). Deployed ks_cloud3 (r=128 + 20 repaired vocab chars) vs Whisper-ks 65.19 — see notes.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423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Next 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2779776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32320" y="2779776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282549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Backend routing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85632" y="2825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DEPLOYED — SeamlessM4T for all 7 languages (hi/ne/ps/ks w/ LoRA)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3300984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3300984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42048" y="334670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Robustness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5632" y="3346703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COMPLETE — 5 cond × 7 langs; SM4T lead holds under noise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822191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32320" y="3822191"/>
            <a:ext cx="50292" cy="47548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42048" y="386791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Seamless timing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3867911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Per-utterance segments added; per-VAD-segment ASR live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0" y="4343400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32320" y="4343400"/>
            <a:ext cx="50292" cy="47548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42048" y="438912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Times New Roman"/>
              </a:rPr>
              <a:t>Reports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85632" y="43891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Regenerated from corrected n=100 scoring (this deck)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132320" y="4864608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32320" y="4864608"/>
            <a:ext cx="50292" cy="4754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2048" y="491032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Paper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85632" y="49103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VANI → IJAINN / SLT 2026 submission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52881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VANI  ·  M.Tech Research  ·  IIT Indore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