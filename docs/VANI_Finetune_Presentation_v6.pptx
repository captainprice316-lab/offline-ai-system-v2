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many low-resource
border languages (Punjabi, Pashto, Urdu,
Nepali, Mandarin, Hindi, Kashmiri, Dogri).
All eight now have fine-tuned ASR - Dogri was
the last, added 2026-07-28 (102.25 -&gt; 46.73).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    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65.19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SM4T+tok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a trainable __kas__ embedding row, rank 128 and a 20-character vocabulary repair, plus a scoring-ruler correction — see notes). VANI now routes all 7 languages to SeamlessM4T; FT Whisper models are retained on disk for rollback only.   ‡ Kashmiri is absent from FLEURS: its two figures are the 372-clip IndicVoices-R test split at L2, not this table's FLEURS n=100 ruler, and are held-out rather than training-split. The two rulers are not comparable across a 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65.19 → 50.26 on one held-out L2 ruler.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The Whisper phase cost ~100 laptop GPU-hours. The adapter campaign that replaced it was cheaper per win — the two production adapters that closed it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cut short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6032" y="5806440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6032" y="5806440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6304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8920" y="58978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doi_iv, fresh LR schedule, 9,000 steps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3796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609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1540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1268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46.73%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BEST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6364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6202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5760" y="6876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7132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at 0.25%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WER drops 1.4–51 pp where fine-tuning helps (zh regressed). r=8/r=16 sufficient. Full fine-tune (40+ GB VRAM) unnecessary.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57984"/>
            <a:ext cx="502920" cy="74980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2257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57984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0370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FLEURS + IndicVoices-R Transfer to Radio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0545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Clean read-speech training improves military-domain accuracy. PA v2: +9,407 IV-R samples → −4.1 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1821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17520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63239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499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77056"/>
            <a:ext cx="502920" cy="74980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877056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2277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2245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36592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0118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36592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823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84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96127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7607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596127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64184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94359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55663"/>
            <a:ext cx="502920" cy="74980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20255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6455663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650138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803135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Prioritised levers to push WER lower — ordered by expected impact for the high-WER languages (PA, NE, KS).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Biggest lever for PA / NE / KS (highest WER)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Add IndicVoices-R full split + Shrutilipi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KS starved at 20k → target 50k+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Common Voice + FLEURS-R for extra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 v3 r=16 already beats r=8 by 2–3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Try r=32 / α=64 for PA, NE, 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Expand targets: add k_proj, o_proj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Optionally add fc1/fc2 (MLP) adapters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NE loss still falling at step 3000 →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Cosine LR schedule + warm restarts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Higher LR (7e-5) with max_grad_norm=0.5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More frequent eval near convergence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SpecAugment (time/freq masking)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RIR reverb + additive noise 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MP3 / codec + bandpass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Pseudo-label real radio intercepts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Tune beam width + temperature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KenLM shallow fusion for low-resource langs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Repetition / no-speech threshold tuning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Script-cascade confidence calibration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Val WER hit 8.97% before divergence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Resume past ckpt-400 at lower LR (2e-5)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Stronger clipping to avoid fp16 overflow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Target ZH test WER &lt; 12%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Delivered: PA v3 (r=16, 21,923 samples) completed 4000 steps → 49.31% deployed, −3.24 pp below v2. Next levers below.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0.25–0.51% Params
LoRA r=8 / r=16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No full fine-tune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VANI → IJAINN / SLT 2026 submission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