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VANI — Voice Analysis &amp; Neural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76656"/>
            <a:ext cx="11521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7D8EA"/>
                </a:solidFill>
                <a:latin typeface="Segoe UI"/>
              </a:rPr>
              <a:t>Offline AI-based Radio Intercept Analysis System   ·   M.Tech Research Project, IIT Indore   ·   Status as of 06 Jul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806440" cy="4114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53896"/>
            <a:ext cx="56235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8064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54864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Real-time multilingual ASR (fine-tuned Whisper)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Automatic language identification (MMS-LID, 256 langs)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English translation (NLLB-200 / IndicTrans2)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Keyword &amp; threat detection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Structured Intelligence Summaries (ISUM, Gemma 3:12B)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Searchable transcript database + Streamlit UI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• Fully offline — no internet after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806440" cy="41148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53896"/>
            <a:ext cx="56235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COMPLETED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8064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54864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7 languages fine-tuned via LoRA (pa, ps, ur, ne, zh, hi, ks)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Full 10-stage pipeline verified end-to-end (06 Jul)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Cross-model eval: Whisper vs SeamlessM4T (7 langs)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Robustness eval: 7 langs × 5 noise/distortion conditions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Reports generated (PDF + PPTX)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✓ Infra upgrade: 2 TB SSD + 32 GB RAM; data moved to SN7100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46320"/>
            <a:ext cx="11640312" cy="411480"/>
          </a:xfrm>
          <a:prstGeom prst="rect">
            <a:avLst/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882896"/>
            <a:ext cx="114574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PENDING WORK  —  TIMELINE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57800"/>
            <a:ext cx="11640312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58383"/>
            <a:ext cx="11338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06 Jul 2026   →  Verify G: backup of E: model dirs (in progress)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08 Jul 2026   →  PROJECT DEMO — full pipeline via Streamlit UI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Post-demo     →  Detailed parameter/method explainer (LoRA, CT2, eval metrics)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A3A3A"/>
                </a:solidFill>
                <a:latin typeface="Segoe UI"/>
              </a:rPr>
              <a:t>Backlog       →  Kashmiri WER not meaningful; SeamlessM4T S2TT (ASR-only LoRA) to revisit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