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398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VANI — Voice Analysis &amp; Neural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76656"/>
            <a:ext cx="1152144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b="0" dirty="0">
                <a:solidFill>
                  <a:srgbClr val="C7D8E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Offline AI-based Radio Intercept Analysis System   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5806440" cy="4114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84048" y="1436721"/>
            <a:ext cx="5623559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28800"/>
            <a:ext cx="5806440" cy="27889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870404"/>
            <a:ext cx="5486400" cy="1746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Real-time multilingual ASR (</a:t>
            </a:r>
            <a:r>
              <a:rPr lang="en-US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 speech recognition</a:t>
            </a: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English translation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b="0" dirty="0">
              <a:solidFill>
                <a:srgbClr val="3A3A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7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Sentiment analysis and 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eports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b="0" dirty="0">
              <a:solidFill>
                <a:srgbClr val="3A3A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7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Fully offline</a:t>
            </a:r>
            <a:r>
              <a:rPr lang="en-US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implementation.</a:t>
            </a:r>
            <a:endParaRPr b="0" dirty="0">
              <a:solidFill>
                <a:srgbClr val="3A3A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63640" y="1417320"/>
            <a:ext cx="5806440" cy="4114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73368" y="1436721"/>
            <a:ext cx="5623559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COMPLETED</a:t>
            </a:r>
            <a:r>
              <a:rPr sz="15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8800"/>
            <a:ext cx="5806440" cy="27889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46520" y="1883282"/>
            <a:ext cx="5486400" cy="34009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✓ Fine-tuned ASR WER  (baseline → achieved):</a:t>
            </a:r>
          </a:p>
          <a:p>
            <a:pPr>
              <a:spcAft>
                <a:spcPts val="6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 30.3→19.8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   </a:t>
            </a:r>
            <a:r>
              <a:rPr lang="en-US" b="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24.4→19.8,    </a:t>
            </a:r>
            <a:r>
              <a:rPr lang="en-US" b="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zh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100.0→16.0,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 105.8→55.7,   ne 94.6→49.2,    </a:t>
            </a:r>
            <a:r>
              <a:rPr lang="en-US" b="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94.2→38.6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✓ 7 languages </a:t>
            </a:r>
            <a:r>
              <a:rPr lang="en-US" b="0" dirty="0" err="1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LoRA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fine-tuned; 10-stage pipeline verified</a:t>
            </a:r>
          </a:p>
          <a:p>
            <a:pPr>
              <a:spcAft>
                <a:spcPts val="6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✓ Cross-model (vs SeamlessM4T) + robustness eval (7×5)</a:t>
            </a:r>
            <a:endParaRPr lang="en-US" b="0" dirty="0">
              <a:solidFill>
                <a:srgbClr val="3A3A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b="0" dirty="0">
              <a:solidFill>
                <a:srgbClr val="3A3A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b="0" dirty="0">
              <a:solidFill>
                <a:srgbClr val="3A3A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b="0" dirty="0">
              <a:solidFill>
                <a:srgbClr val="3A3A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74320" y="4846320"/>
            <a:ext cx="11640312" cy="411480"/>
          </a:xfrm>
          <a:prstGeom prst="rect">
            <a:avLst/>
          </a:prstGeom>
          <a:solidFill>
            <a:srgbClr val="B5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84048" y="4865721"/>
            <a:ext cx="1145743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PENDING WORK  —  TIMELINE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257800"/>
            <a:ext cx="11640312" cy="13258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200" y="5358383"/>
            <a:ext cx="11338560" cy="7489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ASR improvement  →  Reduce WER for languages still above acceptable (~</a:t>
            </a:r>
            <a:r>
              <a:rPr lang="en-US"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%):</a:t>
            </a:r>
            <a:endParaRPr lang="en-US" b="0" dirty="0">
              <a:solidFill>
                <a:srgbClr val="3A3A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800"/>
              </a:spcAft>
            </a:pPr>
            <a:r>
              <a:rPr b="0" dirty="0">
                <a:solidFill>
                  <a:srgbClr val="3A3A3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Punjabi 55.7%,   Nepali 49.2%,   Pashto 38.6%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126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victor charlie</cp:lastModifiedBy>
  <cp:revision>4</cp:revision>
  <dcterms:created xsi:type="dcterms:W3CDTF">2013-01-27T09:14:16Z</dcterms:created>
  <dcterms:modified xsi:type="dcterms:W3CDTF">2026-07-07T14:56:19Z</dcterms:modified>
  <cp:category/>
</cp:coreProperties>
</file>